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69" r:id="rId16"/>
    <p:sldId id="273" r:id="rId17"/>
    <p:sldId id="275" r:id="rId18"/>
    <p:sldId id="276" r:id="rId19"/>
    <p:sldId id="270" r:id="rId20"/>
    <p:sldId id="271" r:id="rId21"/>
    <p:sldId id="272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0057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4502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425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4484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512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926080"/>
            <a:ext cx="2743200" cy="27432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EduOS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Simulator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41148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351 CS 2104 | Operating Systems
</a:t>
            </a: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Bottoman
</a:t>
            </a: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25-311-351-026
</a:t>
            </a: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 |  April 2026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A896"/>
                </a:solidFill>
              </a:rPr>
              <a:t>02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73152" cy="3977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8092440" cy="3749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EduOS is a multi-component operating system simulator built using two programming languages: C and Python. The C core implements low-level operating system concepts including process management through a Process Control Block (PCB) structure, a configurable thread pool using POSIX pthreads, inter-process communication using both POSIX shared memory and anonymous pipes, and demonstrations of race conditions and deadlock prevention using mutexes and consistent lock ordering.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component implements four CPU scheduling algorithms — First Come First Served (FCFS), Shortest Job First (SJF), Priority Scheduling with ageing to prevent starvation, and Round Robin with a configurable time quantum. Each algorithm produces detailed metrics including waiting time, turnaround time, response time, CPU utilisation, and throughput, along with Gantt chart visualisations.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integration controller bridges both components end-to-end. Through building EduOS, I gained deep understanding of how real operating systems manage processes, handle concurrency, and make scheduling decisions.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A896"/>
                </a:solidFill>
              </a:rPr>
              <a:t>03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Layer (User Space)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scheduler_sim.py  |  gantt.py  |  main_controller.py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8412480" cy="1143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317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Bridge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main_controller.py — subprocess.Popen → C binary, JSON handoff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611880"/>
            <a:ext cx="841248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03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Core (Kernel Space)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process_manager.c  |  thread_manager.c  |  ipc_module.c  |  main_sim.c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1993392"/>
            <a:ext cx="54864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993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↕ JSON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3364992"/>
            <a:ext cx="54864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33649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↕ exec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flows: C binary writes pcb_snapshot.json → Python reads it → Scheduler runs all 4 algorithms → simulation_report.json generated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A896"/>
                </a:solidFill>
              </a:rPr>
              <a:t>04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25196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33272"/>
            <a:ext cx="384048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33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0058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as a C Struct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 fixed struct mirroring real kernel PCB design. Allows O(1) field access, easy JSON serialisation, and added owner_id field for access control — mapping to OS protection rings.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25196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33272"/>
            <a:ext cx="384048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33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0058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over Message Queues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46304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allows direct memory access between processes — significantly faster than message queues for large PCB structs. A pthread mutex coordinates concurrent access.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425196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999232"/>
            <a:ext cx="384048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9718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Pool (Fixed Size 4)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42900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typical CPU core count. Avoids the overhead of creating and destroying threads repeatedly. Task queue is protected by mutex + condition variable for safe concurrent access.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834640"/>
            <a:ext cx="425196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999232"/>
            <a:ext cx="384048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29718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Scheduling Layer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42900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enables rapid algorithm prototyping. matplotlib generates professional Gantt charts in 20 lines. Ageing logic and comparison tables are far simpler than equivalent C implementations.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Mapping Table — Unit 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A896"/>
                </a:solidFill>
              </a:rPr>
              <a:t>05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06603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EduOS Implementation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/ 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Overview &amp; Goals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EduOS simulates a complete OS environment with process, memory, IPC, and scheduling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README.md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Control Block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PCB struct: pid, name, state, priority, burst_time, arrival_time, memory, threads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eduos.h line 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States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→ READY → RUNNING → WAITING → TERMINATED state machine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eduos.h, process_manager.c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Calls: fork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edu_fork() copies parent PCB, assigns new PID, sets state NEW→READY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process_manager.c line 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Calls: exec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edu_exec() replaces program name, resets burst/remaining times, sets RUNNING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process_manager.c line 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Calls: wait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edu_wait() blocks parent until all child PCBs reach TERMINATED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process_manager.c line 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Calls: exit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edu_exit() marks PCB TERMINATED, records exit code, frees resources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process_manager.c line 115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Structure (Monolithic)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core = kernel space (direct hardware ops). Python = user space (scheduling)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main_controller.py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 &amp; 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owner_id access control in shared memory — maps to OS protection rings concept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ipc_module.c line 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Machine Concept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PCB-isolated memory spaces mirror Type-2 hypervisor guest isolation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Mapping Table — Unit II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A896"/>
                </a:solidFill>
              </a:rPr>
              <a:t>06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31596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EduOS Implementation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/ 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Scheduling — FCFS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Non-preemptive, sorted by arrival_time then PID for 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scheduler_sim.py line 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Scheduling — SJF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Non-preemptive, shortest burst first, falls back to FCFS on tie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scheduler_sim.py line 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Scheduling — Priority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Non-preemptive with ageing: every 3 units waiting processes gain +1 priority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scheduler_sim.py line 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Scheduling — Round Robin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Preemptive, configurable quantum via --quantum flag, proper ready queue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scheduler_sim.py line 112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Metrics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TAT, WT, RT, CPU Utilisation%, Throughput calculated per algorithm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scheduler_sim.py line 145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 Models: Many-to-One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EduOS threads map to single kernel thread using cooperative scheduler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thread_manager.c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 Models: One-to-One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EduOS thread maps 1:1 to POSIX pthread — true OS-level concurrency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thread_manager.c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 Conditions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race (no mutex) vs make fixed (with mutex) — non-deterministic vs correct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thread_manager.c line 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Deadlock Prevention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mutexes acquired in opposite order → deadlock. Fixed with consistent ordering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thread_manager.c line 190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 — Shared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shm_open, mmap, pthread_mutex for coordination between processes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ipc_module.c line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 — Anonymous Pipes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pipe(), fork(), write/read serialised PCB struct between parent-child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ipc_module.c line 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Process Management — C Core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A896"/>
                </a:solidFill>
              </a:rPr>
              <a:t>07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 core simulates real Linux system calls through edu_* functions: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54864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edu_fork()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74520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maps to fork(2)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5361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parent PCB, assigns new monotonic PID, transitions NEW → READY. Saves snapshot to pcb_snapshot.json.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947672"/>
            <a:ext cx="85953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947672"/>
            <a:ext cx="54864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20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edu_exec()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74520" y="2020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maps to execve(2)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2951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process program image (name field), resets burst_time and remaining_time, sets state RUNNING.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706624"/>
            <a:ext cx="85953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06624"/>
            <a:ext cx="54864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797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edu_wait()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74520" y="27797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maps to wait(2)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054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parent process (sets WAITING state) until all child PCBs reach TERMINATED. Polls with usleep.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465576"/>
            <a:ext cx="85953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465576"/>
            <a:ext cx="54864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38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edu_exit()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74520" y="3538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maps to _exit(2)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813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PCB TERMINATED, records exit_code, frees dynamically allocated resources. Triggers JSON snapshot.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224528"/>
            <a:ext cx="85953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224528"/>
            <a:ext cx="54864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edu_ps()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874520" y="4297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maps to ps aux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572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formatted table of all active PCBs — PID, PPID, NAME, STATE, PRIORITY, BURST, MEMORY.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Thread Pool &amp; Threading Models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A896"/>
                </a:solidFill>
              </a:rPr>
              <a:t>08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1148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Pool (THREAD_POOL_SIZE=4)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array of 4 POSIX worker threads
</a:t>
            </a: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queue: linked list of Task structs
</a:t>
            </a: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pthread_mutex_t protects the queue
</a:t>
            </a: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pthread_cond_t signals new tasks
</a:t>
            </a: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shutdown: finish current tasks
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Producer-Consumer:
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sem_init (empty/filled slots) + mutex buffer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writes items → Consumer reads them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semaphore-based synchronisation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114800" cy="41148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822960"/>
            <a:ext cx="41148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 Models Demonstrated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3931920" cy="13716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Many-to-One 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175564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user-level EduOS threads map to ONE kernel thread. Implemented using cooperative scheduling. Limitation: one blocking call blocks ALL threads — no true parallelism.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880360"/>
            <a:ext cx="3931920" cy="13716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32644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EduOS thread maps 1:1 to a POSIX pthread. Demonstrated with parallel summation task. True concurrency — threads run simultaneously on multiple cores.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 Issues: Race Conditions &amp; Deadlock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A896"/>
                </a:solidFill>
              </a:rPr>
              <a:t>09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069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 Demonstration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3840480" cy="13258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99032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WITHOUT mutex (make race)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Expected: 400,000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1: 387,432  Run 2: 341,209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3: 298,754  Run 4: 356,891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5: 322,100  ← non-deterministic!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788920"/>
            <a:ext cx="384048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346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mutex (make fixed)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always exactly 400,000 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65760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threads read-modify-write shared_counter simultaneously. Without a mutex, updates are lost when two threads read the same value before either writes back.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4114800" cy="4069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Prevention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92040" y="1353312"/>
            <a:ext cx="3840480" cy="13258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399032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DEADLOCK SCENARIO: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1: Lock mutex_A → wait mutex_B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2: Lock mutex_B → wait mutex_A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Circular wait! Both stuck forever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2788920"/>
            <a:ext cx="384048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8346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Consistent lock ordering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 threads: Lock A → then B 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65760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Coffman conditions for deadlock: mutual exclusion, hold &amp; wait, no preemption, circular wait. Fixing circular wait by enforcing lock ordering breaks the deadlock.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Inter-Process Communication (IPC)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A896"/>
                </a:solidFill>
              </a:rPr>
              <a:t>10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069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Shared Memory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used:
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shm_open() → create shared memory object
ftruncate() → set size of shared region
mmap() → map into process address space
pthread_mutex → coordinate access
</a:t>
            </a: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Control:
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owner_id field in SharedMetrics struct.
Process can only read/write if its PCB
owner_id matches the shared region owner.
</a:t>
            </a: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OS protection rings concept —
ring 3 (user) cannot access ring 0 (kernel)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114800" cy="4069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822960"/>
            <a:ext cx="41148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Pipes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37160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used:
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pipe() → creates read/write file descriptors
fork() → creates child process
write() → parent serialises PCB struct
read() → child receives and prints PCB
</a:t>
            </a: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
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closes read end
Child closes write end
Parent writes sizeof(PCB) bytes
Child reads and prints: pid, name, state
</a:t>
            </a: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Unidirectional — data flows one way only.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 Concept &amp; OS Structure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A896"/>
                </a:solidFill>
              </a:rPr>
              <a:t>11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120640" cy="4069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51206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EduOS as a Type-2 Hypervisor Analogy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EduOS, each PCB represents an isolated process with its own: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Memory space (memory_req_kb field)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CPU time allocation (burst_time, remaining_time)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Identity and ownership (pid, owner_id)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machine (NEW → READY → RUNNING → TERMINATED)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how a Type-2 hypervisor (e.g. VirtualBox) creates isolated guest VMs on top of a host OS: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guest VM has isolated memory → PCB has memory_req_kb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guest gets scheduled CPU time → PCB has burst_time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Hypervisor controls resource access → edu_wait/exit controls lifecycle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Guest cannot access host memory directly → owner_id access control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577840" y="822960"/>
            <a:ext cx="3291840" cy="4069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822960"/>
            <a:ext cx="32918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822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vs Microkernel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1417320"/>
            <a:ext cx="310896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4538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Space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172821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scheduler, controller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0" y="2167128"/>
            <a:ext cx="3108960" cy="5943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2037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 Interface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24780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edu_fork/exec/wait/exit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0" y="2916936"/>
            <a:ext cx="310896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2953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Space (C Core)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32278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PCB, threads, IPC, memory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0" y="3666744"/>
            <a:ext cx="3108960" cy="59436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3977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POSIX, pthreads, shm, pipes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Scheduling Algorithms Explained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A896"/>
                </a:solidFill>
              </a:rPr>
              <a:t>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 — First Come First Served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Non-preemptive. Processes are scheduled strictly in order of arrival_time. Ties broken by lower PID. Simple to implement but suffers from the convoy effect — short processes wait behind long ones. Best for batch systems with similar burst times.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85953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74520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47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SJF — Shortest Job First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2585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Non-preemptive. At each scheduling point, picks the available process with the shortest burst_time. Ties fall back to FCFS order. Provably optimal for minimising average waiting time but requires knowing burst times in advance.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85953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926080"/>
            <a:ext cx="64008" cy="914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99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Scheduling (with Ageing)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3101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Non-preemptive. Lower priority number = higher urgency. Ageing implemented: every 3 time units, waiting processes gain +1 effective priority to prevent starvation. Without ageing, low-priority processes could wait indefinitely.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977640"/>
            <a:ext cx="85953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977640"/>
            <a:ext cx="64008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50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 (Preemptive)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3616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Preemptive with configurable time quantum (--quantum N). Each process gets a quantum of CPU time before being re-queued. Demonstrated with quantum=2 and quantum=5. Smaller quantum = better response time but more context switches.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Results &amp; Analysis (10 Processes, seed=42)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A896"/>
                </a:solidFill>
              </a:rPr>
              <a:t>13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16459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WT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SJF ✓ Lowest WT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Robin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 ✓ Best 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2834640"/>
            <a:ext cx="2743200" cy="20116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283464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2926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SJF wins on WT?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3310128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SJF always picks the shortest available job, minimising the time other processes spend waiting. It is provably optimal for average waiting time in non-preemptive scenarios.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72968" y="2834640"/>
            <a:ext cx="2743200" cy="20116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72968" y="2834640"/>
            <a:ext cx="27432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64408" y="2926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RR win?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64408" y="3310128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 gives every process CPU time quickly — Avg RT=11.3 vs FCFS 24.2. For interactive systems (web servers, GUIs) where fast response matters more than total wait.</a:t>
            </a:r>
            <a:endParaRPr lang="en-US" sz="1100" dirty="0"/>
          </a:p>
        </p:txBody>
      </p:sp>
      <p:sp>
        <p:nvSpPr>
          <p:cNvPr id="5" name="Shape 11"/>
          <p:cNvSpPr/>
          <p:nvPr/>
        </p:nvSpPr>
        <p:spPr>
          <a:xfrm>
            <a:off x="6071616" y="2834640"/>
            <a:ext cx="2743200" cy="20116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71616" y="2834640"/>
            <a:ext cx="27432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63056" y="2926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 limitation?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63056" y="3310128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Convoy effect: short Process_5 (burst=1) waits behind Process_0 (burst=9) if it arrives later. Avg WT=24.2 vs SJF 18.3 — 32% worse.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Results — Gantt Charts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A896"/>
                </a:solidFill>
              </a:rPr>
              <a:t>14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46" y="1203325"/>
            <a:ext cx="8652734" cy="287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659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Results — Gantt Charts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 smtClean="0">
                <a:solidFill>
                  <a:srgbClr val="00A896"/>
                </a:solidFill>
              </a:rPr>
              <a:t>15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303" y="1106556"/>
            <a:ext cx="7952158" cy="36940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Results — Gantt Charts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 smtClean="0">
                <a:solidFill>
                  <a:srgbClr val="00A896"/>
                </a:solidFill>
              </a:rPr>
              <a:t>16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1107880"/>
            <a:ext cx="8508948" cy="347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332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Results — Gantt Charts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 smtClean="0">
                <a:solidFill>
                  <a:srgbClr val="00A896"/>
                </a:solidFill>
              </a:rPr>
              <a:t>17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03" y="685800"/>
            <a:ext cx="8627877" cy="366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344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Results — Gantt Charts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 smtClean="0">
                <a:solidFill>
                  <a:srgbClr val="00A896"/>
                </a:solidFill>
              </a:rPr>
              <a:t>18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822960"/>
            <a:ext cx="8595360" cy="390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184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vs Python: Lessons Learned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 smtClean="0">
                <a:solidFill>
                  <a:srgbClr val="00A896"/>
                </a:solidFill>
              </a:rPr>
              <a:t>19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3383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Kernel Level Control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86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hardware &amp; memory control
</a:t>
            </a: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POSIX system call access
</a:t>
            </a: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thread parallelism (pthreads)
</a:t>
            </a: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memory layout (structs)
</a:t>
            </a: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check every system call return
</a:t>
            </a: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malloc/free → valgrind needed
</a:t>
            </a: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 easy to accidentally create
</a:t>
            </a: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 — simple tasks need many lines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114800" cy="3383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822960"/>
            <a:ext cx="41148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User Level Productivity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371600"/>
            <a:ext cx="3886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algorithm prototyping
</a:t>
            </a: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Gantt charts in 20 lines
</a:t>
            </a: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Ageing logic = 3 lines vs 20 in C
</a:t>
            </a: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tabulate library for formatted tables
</a:t>
            </a: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execution speed
</a:t>
            </a: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hardware access
</a:t>
            </a: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 limits true thread parallelism
</a:t>
            </a: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 is automatic (less control)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4343400"/>
            <a:ext cx="859536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Real operating systems use C for kernel components (performance, hardware access) and higher-level languages for user-space tools (productivity). EduOS deliberately mirrors this boundary.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 smtClean="0">
                <a:solidFill>
                  <a:srgbClr val="00A896"/>
                </a:solidFill>
              </a:rPr>
              <a:t>20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12618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94360" cy="12618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594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9144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usleep() Implicit Declaration Error in 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22529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-Wall -Wextra gave 'implicit declaration of usleep()' error in process_manager.c and thread_manager.c — caused compilation failure.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157276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#define _XOPEN_SOURCE 600 before all #include statements in both files. This macro enables POSIX extensions including usleep() in the C standard library on Linux.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8595360" cy="12618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12848"/>
            <a:ext cx="594360" cy="12618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12848"/>
            <a:ext cx="594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3042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Password Authentication Removed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61518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origin main rejected with 'authentication failed — password authentication is not supported for Git operations' in WSL terminal.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" y="2962656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 Personal Access Token (PAT) from GitHub Settings → Developer Settings → Tokens (classic). Used the token as the password for all subsequent git push operations.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602736"/>
            <a:ext cx="8595360" cy="12618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602736"/>
            <a:ext cx="594360" cy="12618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602736"/>
            <a:ext cx="594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369417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Externally Managed Environment (Ubuntu 24)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0050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-r requirements.txt failed with 'externally managed environment' error because Ubuntu 24 with Python 3.14 prevents direct pip installs to protect system packages.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05840" y="4352544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python3.14-venv package via apt, created a virtual environment (python3 -m venv venv), activated it (source venv/bin/activate), then pip install worked correctly.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Summary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046720" y="228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 smtClean="0">
                <a:solidFill>
                  <a:srgbClr val="00A896"/>
                </a:solidFill>
              </a:rPr>
              <a:t>21</a:t>
            </a:r>
          </a:p>
          <a:p>
            <a:pPr marL="0" indent="0" algn="r">
              <a:buNone/>
            </a:pP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60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github.com/hashbottoman9-wq/Operating-system-assignment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87452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373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691640"/>
            <a:ext cx="187452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7373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2148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187452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7373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2148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691640"/>
            <a:ext cx="187452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7373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66560" y="2148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Done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Commits (git log --oneline)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200400"/>
            <a:ext cx="8229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fda54d0  Run main_controller successfully - integration complete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d1a6912  Add generated Gantt charts and comparison charts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09db3d2  Fix scheduler_sim.py main entry point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c12284f  Add gantt.py for Gantt charts and comparison visualisations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a4af3a4  Add scheduler_sim.py with all 4 scheduling algorithms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9409d94  Add Makefile with all, clean, race, fixed, memcheck targets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25a4975  Add main_sim.c driver for all C components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6e7bfed  Add ipc_module.c with shared memory and pipe IPC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2128</Words>
  <Application>Microsoft Office PowerPoint</Application>
  <PresentationFormat>On-screen Show (16:9)</PresentationFormat>
  <Paragraphs>307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EduOS - Operating Systems Simulator</dc:title>
  <dc:subject>PptxGenJS Presentation</dc:subject>
  <dc:creator>Hope Bottoman</dc:creator>
  <cp:lastModifiedBy>BOTTOMAN9</cp:lastModifiedBy>
  <cp:revision>4</cp:revision>
  <dcterms:created xsi:type="dcterms:W3CDTF">2026-05-16T20:53:56Z</dcterms:created>
  <dcterms:modified xsi:type="dcterms:W3CDTF">2026-05-19T09:55:39Z</dcterms:modified>
</cp:coreProperties>
</file>